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tema da exposição é eficiência energética no agro; o BESS é o instrumento que a viabiliza economicamente.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 No agro: irrigação no vazio e amortecimento dos picos de motores.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MT: isenção de ICMS (17%) sobre energia compensada desde 2016; redução de 20% a.a. a partir de 2029 e fim em 2033. Bônus: ICMS zero em equipamentos de irrigação até 31/12/2026 reduz o CAPEX do bombeamento.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agro otimizado: TIR 28%, payback ~5 anos, VPL R$ 11,1 mi (base: 21% / 7a9m / R$ 6,37 mi). Spread de ~R$ 256/MWh entre LCOE e preço da cota sustenta o modelo; o slide seguinte detalha as alavancas.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alavancas que levam o payback de 7a9m para ~5 anos: desconto noturno do irrigante (60-90%), crédito subsidiado do Plano Safra 2026/27 e benchmarks de mercado (5-6 anos em GD+BESS).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5). Barras azuis: VPL positivo do ano 6 em diante, encerrando em R$ 11,1 mi no cenário agro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ENERGIA POR BATERIAS · BESS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a Revolução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Armazenamento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de Armazenamento de Energia por Baterias (BESS) transformam a energia do campo — da viabilidade técnica à máquina de arbitragem financeira.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Relatório Executivo de Viabilidade de Mercado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— do pivô de irrigação à agroindústria.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 — modelo com vocação natural para o agro: TIR de até 28% e payback de aproximadamente 5 anos em operações com irrigação bombeada.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na ponta — exatamente quando irrigação, secagem e frio industrial mais pesam na conta do produtor.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83464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65760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730752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5537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626864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22" name="Text 18"/>
          <p:cNvSpPr/>
          <p:nvPr/>
        </p:nvSpPr>
        <p:spPr>
          <a:xfrm>
            <a:off x="777240" y="574243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deslocar bombeamento e irrigação para o vazio (Time Shifting) e absorver os picos de motores, secadores e câmaras frias (Peak Shaving) — eficiência energética direto na margem.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— arranjo natural para cooperativas e associações de produtores rurais — para compartilhar créditos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Energisa-MT).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rurais e agroindústrias consorciados (Grupo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Mato Grosso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2880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309" y="19495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46888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8293608" y="2971800"/>
            <a:ext cx="30540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 aderiu ao Convênio ICMS nº 16/2015 já em 2015: desde 2016, a energia compensada é isenta do ICMS (alíquota de 17%).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benefício é pleno até 2028, cai 20% ao ano a partir de 2029 e termina em 2033 — posicionar a UFV + BESS agora maximiza o caixa dos melhores anos.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Bônus agro: ICMS zero em equipamentos de irrigação (Decreto nº 1.971/2026).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94360" y="61447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CONFAZ (Convênio ICMS nº 16/2015) · SEFAZ-MT · Decreto MT nº 1.971/2026.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agro otimizado: irrigação bombeada no horário reservado do irrigante + crédito do Plano Safra  ·  tarifa B3 (Energisa-MT)  ·  TMA 15% a.a.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cenário base, 21%; as alavancas do agro elevam o retorno muito acima da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 anos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do capital de R$ 13,9 milhões (cenário base, sem alavancas agro: 7 anos e 9 meses).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R$ 11,1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Irrigação Bombeada: as alavancas do payback de ≈ 5 anos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 reservado do irrigante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41248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nº 10.438/2002 e a REN ANEEL nº 1.000/2021 garantem de 60% a 90% de desconto na tarifa entre 21h30 e 6h. O BESS concentra o bombeamento nessa janela e carrega barato para sustentar a operação na ponta.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rural do Plano Safra 2026/27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63440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primeira vez, baterias são financiáveis no crédito rural (InvestAgro, Inovagro e Prodecoop), com juros de 8% a 12,5% a.a. — abaixo da TMA de 15%, acelerando o retorno sobre o capital próprio.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737360"/>
            <a:ext cx="548640" cy="54864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333" y="185806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423160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validado pelo mercado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485632" y="3127248"/>
            <a:ext cx="300837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Integradores e estudos de mercado já reportam payback de 5 a 6 anos em geração distribuída com baterias — e de 3 a 7 anos em solar para irrigação, com casos de pivôs no Cerrado e no MATOPIBA.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19" name="Text 14"/>
          <p:cNvSpPr/>
          <p:nvPr/>
        </p:nvSpPr>
        <p:spPr>
          <a:xfrm>
            <a:off x="77724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do prêmio: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fazenda com 5 a 10 pivôs gasta de R$ 200 mil a R$ 800 mil por ano em energia — exatamente a conta que o BESS ataca.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ANEEL (Lei nº 10.438/2002 · REN nº 1.000/2021) · Plano Safra 2026/27 (MAPA) · pv magazine Brasil · Canal Solar · Click Petróleo e Gás (jul/2025).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com bombeamento no horário reservado do irrigante e crédito do Plano Safra, o capital retorna em cerca de 5 anos — um quarto da vida útil de 20 anos.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(R$ 538/MWh), TIR de 21% a 28% e payback de ≈ 5 anos na irrigação bombeada, a transição para o BESS tornou-se o passo econômico mais lógico para o produtor rural, cooperativas e agroindústrias.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energética no agronegócio — o papel estratégico do armazenamento de energia (BESS).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Eficiência Energética no Agro — A Revolução do Armazenamento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2026-08-08T17:20:03Z</dcterms:created>
  <dcterms:modified xsi:type="dcterms:W3CDTF">2026-08-08T17:20:03Z</dcterms:modified>
</cp:coreProperties>
</file>