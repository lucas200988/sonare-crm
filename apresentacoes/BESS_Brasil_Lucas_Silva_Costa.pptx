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tema da exposição é eficiência energética no agro; o BESS é o instrumento que a viabiliza economicamente.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 No agro: irrigação no vazio e amortecimento dos picos de motores.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Tríade de indicadores: TIR 21%, payback 7a9m, VPL R$ 6,37 mi. Spread de ~R$ 256/MWh entre LCOE e preço da cota sustenta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8). Barras azuis: VPL positivo do ano 9 em diante, encerrando em R$ 6,37 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ENERGIA POR BATERIAS · BESS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a Revolução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Armazenamento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de Armazenamento de Energia por Baterias (BESS) transformam a energia do campo — da viabilidade técnica à máquina de arbitragem financeira.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Relatório Executivo de Viabilidade de Mercado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— do pivô de irrigação à agroindústria.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 — modelo com vocação natural para o agro: TIR superior a 21% e payback inferior a 8 anos superam o custo de oportunidade do capital.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na ponta — exatamente quando irrigação, secagem e frio industrial mais pesam na conta do produtor.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7424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deslocar bombeamento e irrigação para o vazio (Time Shifting) e absorver os picos de motores, secadores e câmaras frias (Peak Shaving) — eficiência energética direto na margem.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— arranjo natural para cooperativas e associações de produtores rurais — para compartilhar créditos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rurais e agroindústrias consorciados (Grupo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de fluxo de caixa para 20 anos  ·  tarifa B3 (CEMIG-D) com desconto de 27% na cota  ·  TMA referenciada em 15% a.a. (Selic base).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com folga o custo de oportunidade e os ativos de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anos e 9 meses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recuperação integral do capital investido de R$ 13,9 milhões.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R$ 6,37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a robustez do fluxo de caixa operacional recupera o investimento antes da metade da vida útil do BESS (20 anos).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 e TIR na casa dos 21%, a transição para o BESS tornou-se o passo econômico mais lógico para o produtor rural, cooperativas e agroindústrias — e para os investidores que os atendem.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 no agronegócio — o papel estratégico do armazenamento de energia (BESS).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Eficiência Energética no Agro — A Revolução do Armazenamento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2026-08-08T16:55:18Z</dcterms:created>
  <dcterms:modified xsi:type="dcterms:W3CDTF">2026-08-08T16:55:18Z</dcterms:modified>
</cp:coreProperties>
</file>